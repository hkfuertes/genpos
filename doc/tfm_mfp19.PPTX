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77" r:id="rId4"/>
    <p:sldMasterId id="2147493467" r:id="rId5"/>
  </p:sldMasterIdLst>
  <p:notesMasterIdLst>
    <p:notesMasterId r:id="rId12"/>
  </p:notesMasterIdLst>
  <p:handoutMasterIdLst>
    <p:handoutMasterId r:id="rId13"/>
  </p:handoutMasterIdLst>
  <p:sldIdLst>
    <p:sldId id="306" r:id="rId6"/>
    <p:sldId id="277" r:id="rId7"/>
    <p:sldId id="307" r:id="rId8"/>
    <p:sldId id="308" r:id="rId9"/>
    <p:sldId id="309" r:id="rId10"/>
    <p:sldId id="310" r:id="rId11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02F"/>
    <a:srgbClr val="954B2E"/>
    <a:srgbClr val="5DB675"/>
    <a:srgbClr val="54C9E8"/>
    <a:srgbClr val="4E748B"/>
    <a:srgbClr val="DA8830"/>
    <a:srgbClr val="C21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06" autoAdjust="0"/>
    <p:restoredTop sz="94612" autoAdjust="0"/>
  </p:normalViewPr>
  <p:slideViewPr>
    <p:cSldViewPr snapToGrid="0" snapToObjects="1">
      <p:cViewPr varScale="1">
        <p:scale>
          <a:sx n="84" d="100"/>
          <a:sy n="84" d="100"/>
        </p:scale>
        <p:origin x="932" y="64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71" d="100"/>
          <a:sy n="71" d="100"/>
        </p:scale>
        <p:origin x="-2568" y="-12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DB9FF-BB64-2F42-B8F7-1FE6D7583CB0}" type="datetimeFigureOut">
              <a:rPr lang="es-ES" smtClean="0"/>
              <a:t>10/03/2020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C919D-AA85-5C4C-9C99-256A1FD95C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1759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CBCD8-9E43-714C-9487-C9A5DB7625BC}" type="datetimeFigureOut">
              <a:rPr lang="es-ES" smtClean="0"/>
              <a:t>10/03/2020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BE27E5-C792-C749-93C5-0958009CB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764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0"/>
            <a:ext cx="9144000" cy="4508500"/>
          </a:xfrm>
          <a:prstGeom prst="rect">
            <a:avLst/>
          </a:prstGeom>
          <a:solidFill>
            <a:srgbClr val="C2002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0" tIns="1440000" rIns="1440000" bIns="1440000" rtlCol="0" anchor="ctr"/>
          <a:lstStyle/>
          <a:p>
            <a:pPr algn="ctr"/>
            <a:endParaRPr lang="es-E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>
          <a:xfrm>
            <a:off x="812800" y="952500"/>
            <a:ext cx="4013200" cy="26670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40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4000" baseline="0">
                <a:latin typeface="Roboto Thin"/>
              </a:defRPr>
            </a:lvl2pPr>
            <a:lvl3pPr marL="914400" indent="0">
              <a:buFontTx/>
              <a:buNone/>
              <a:defRPr sz="4000" baseline="0">
                <a:latin typeface="Roboto Thin"/>
              </a:defRPr>
            </a:lvl3pPr>
            <a:lvl4pPr marL="1371600" indent="0">
              <a:buFontTx/>
              <a:buNone/>
              <a:defRPr sz="4000" baseline="0">
                <a:latin typeface="Roboto Thin"/>
              </a:defRPr>
            </a:lvl4pPr>
            <a:lvl5pPr marL="1828800" indent="0">
              <a:buFontTx/>
              <a:buNone/>
              <a:defRPr sz="4000" baseline="0">
                <a:latin typeface="Roboto Thin"/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70073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>
          <a:xfrm>
            <a:off x="4635500" y="1409700"/>
            <a:ext cx="4013200" cy="1409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4000" baseline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4000" baseline="0">
                <a:latin typeface="Roboto Thin"/>
              </a:defRPr>
            </a:lvl2pPr>
            <a:lvl3pPr marL="914400" indent="0">
              <a:buFontTx/>
              <a:buNone/>
              <a:defRPr sz="4000" baseline="0">
                <a:latin typeface="Roboto Thin"/>
              </a:defRPr>
            </a:lvl3pPr>
            <a:lvl4pPr marL="1371600" indent="0">
              <a:buFontTx/>
              <a:buNone/>
              <a:defRPr sz="4000" baseline="0">
                <a:latin typeface="Roboto Thin"/>
              </a:defRPr>
            </a:lvl4pPr>
            <a:lvl5pPr marL="1828800" indent="0">
              <a:buFontTx/>
              <a:buNone/>
              <a:defRPr sz="4000" baseline="0">
                <a:latin typeface="Roboto Thin"/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texto 4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0" y="2971800"/>
            <a:ext cx="4013200" cy="7112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800" baseline="0">
                <a:solidFill>
                  <a:srgbClr val="C2002F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4000" baseline="0">
                <a:latin typeface="Roboto Thin"/>
              </a:defRPr>
            </a:lvl2pPr>
            <a:lvl3pPr marL="914400" indent="0">
              <a:buFontTx/>
              <a:buNone/>
              <a:defRPr sz="4000" baseline="0">
                <a:latin typeface="Roboto Thin"/>
              </a:defRPr>
            </a:lvl3pPr>
            <a:lvl4pPr marL="1371600" indent="0">
              <a:buFontTx/>
              <a:buNone/>
              <a:defRPr sz="4000" baseline="0">
                <a:latin typeface="Roboto Thin"/>
              </a:defRPr>
            </a:lvl4pPr>
            <a:lvl5pPr marL="1828800" indent="0">
              <a:buFontTx/>
              <a:buNone/>
              <a:defRPr sz="4000" baseline="0">
                <a:latin typeface="Roboto Thin"/>
              </a:defRPr>
            </a:lvl5pPr>
          </a:lstStyle>
          <a:p>
            <a:pPr lvl="0"/>
            <a:r>
              <a:rPr lang="es-ES_tradnl" dirty="0" smtClean="0"/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16222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1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01512" y="207812"/>
            <a:ext cx="8123396" cy="1225021"/>
          </a:xfrm>
        </p:spPr>
        <p:txBody>
          <a:bodyPr>
            <a:normAutofit/>
          </a:bodyPr>
          <a:lstStyle>
            <a:lvl1pPr>
              <a:defRPr sz="280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01512" y="1609081"/>
            <a:ext cx="8123396" cy="1290638"/>
          </a:xfr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742950" indent="-285750" algn="l">
              <a:buFont typeface="Wingdings" panose="05000000000000000000" pitchFamily="2" charset="2"/>
              <a:buChar char="§"/>
              <a:defRPr baseline="0">
                <a:solidFill>
                  <a:schemeClr val="tx1"/>
                </a:solidFill>
              </a:defRPr>
            </a:lvl2pPr>
            <a:lvl3pPr marL="1200150" indent="-285750" algn="l"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 smtClean="0"/>
              <a:t>Haga clic para modificar el estilo de subtítulo del patrón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3299341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567298"/>
          </a:xfrm>
        </p:spPr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latin typeface="Arial" charset="0"/>
                <a:ea typeface="Arial" charset="0"/>
                <a:cs typeface="Arial" charset="0"/>
              </a:defRPr>
            </a:lvl2pPr>
            <a:lvl3pPr>
              <a:defRPr>
                <a:latin typeface="Arial" charset="0"/>
                <a:ea typeface="Arial" charset="0"/>
                <a:cs typeface="Arial" charset="0"/>
              </a:defRPr>
            </a:lvl3pPr>
            <a:lvl4pPr>
              <a:defRPr>
                <a:latin typeface="Arial" charset="0"/>
                <a:ea typeface="Arial" charset="0"/>
                <a:cs typeface="Arial" charset="0"/>
              </a:defRPr>
            </a:lvl4pPr>
            <a:lvl5pPr>
              <a:defRPr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r>
              <a:rPr lang="es-ES_tradnl" dirty="0" smtClean="0"/>
              <a:t>Segundo nivel</a:t>
            </a:r>
          </a:p>
          <a:p>
            <a:pPr lvl="2"/>
            <a:r>
              <a:rPr lang="es-ES_tradnl" dirty="0" smtClean="0"/>
              <a:t>Tercer nivel</a:t>
            </a:r>
          </a:p>
          <a:p>
            <a:pPr lvl="3"/>
            <a:r>
              <a:rPr lang="es-ES_tradnl" dirty="0" smtClean="0"/>
              <a:t>Cuarto nivel</a:t>
            </a:r>
          </a:p>
          <a:p>
            <a:pPr lvl="4"/>
            <a:r>
              <a:rPr lang="es-ES_tradnl" dirty="0" smtClean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6930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9125" y="528529"/>
            <a:ext cx="3993974" cy="633377"/>
          </a:xfrm>
        </p:spPr>
        <p:txBody>
          <a:bodyPr anchor="b"/>
          <a:lstStyle>
            <a:lvl1pPr algn="l">
              <a:defRPr sz="2000" b="0" i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72000" y="16475"/>
            <a:ext cx="4572000" cy="50051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dirty="0" smtClean="0"/>
              <a:t>Arrastre la imagen al marcador de posición o haga clic en el icono para agregar</a:t>
            </a:r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69124" y="1440824"/>
            <a:ext cx="3993974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721640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jp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/>
        </p:nvSpPr>
        <p:spPr>
          <a:xfrm>
            <a:off x="0" y="4508500"/>
            <a:ext cx="9144000" cy="1206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0" tIns="1440000" rIns="1440000" bIns="1440000" rtlCol="0" anchor="ctr"/>
          <a:lstStyle/>
          <a:p>
            <a:pPr algn="ctr"/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619" y="4746648"/>
            <a:ext cx="2193713" cy="73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5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81" r:id="rId1"/>
    <p:sldLayoutId id="2147493480" r:id="rId2"/>
    <p:sldLayoutId id="2147493482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468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r>
              <a:rPr lang="es-ES_tradnl" dirty="0" smtClean="0"/>
              <a:t>Segundo nivel</a:t>
            </a:r>
          </a:p>
          <a:p>
            <a:pPr lvl="2"/>
            <a:r>
              <a:rPr lang="es-ES_tradnl" dirty="0" smtClean="0"/>
              <a:t>Tercer nivel</a:t>
            </a:r>
          </a:p>
          <a:p>
            <a:pPr lvl="3"/>
            <a:r>
              <a:rPr lang="es-ES_tradnl" dirty="0" smtClean="0"/>
              <a:t>Cuarto nivel</a:t>
            </a:r>
          </a:p>
          <a:p>
            <a:pPr lvl="4"/>
            <a:r>
              <a:rPr lang="es-ES_tradnl" dirty="0" smtClean="0"/>
              <a:t>Quinto nivel</a:t>
            </a:r>
            <a:endParaRPr lang="es-ES" dirty="0"/>
          </a:p>
        </p:txBody>
      </p:sp>
      <p:pic>
        <p:nvPicPr>
          <p:cNvPr id="7" name="Imagen 6" descr="banda ok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34204"/>
            <a:ext cx="9180000" cy="70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5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6" r:id="rId3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_tradnl" dirty="0" smtClean="0"/>
              <a:t>T</a:t>
            </a:r>
            <a:r>
              <a:rPr lang="es-ES" dirty="0" err="1" smtClean="0"/>
              <a:t>ítulo</a:t>
            </a:r>
            <a:endParaRPr lang="es-ES" dirty="0" smtClean="0"/>
          </a:p>
          <a:p>
            <a:r>
              <a:rPr lang="es-ES" sz="1800" b="1" dirty="0" smtClean="0"/>
              <a:t>Subtítulo</a:t>
            </a:r>
            <a:endParaRPr lang="es-ES_tradnl" sz="1800" b="1" dirty="0"/>
          </a:p>
        </p:txBody>
      </p:sp>
    </p:spTree>
    <p:extLst>
      <p:ext uri="{BB962C8B-B14F-4D97-AF65-F5344CB8AC3E}">
        <p14:creationId xmlns:p14="http://schemas.microsoft.com/office/powerpoint/2010/main" val="165415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/>
          <p:cNvSpPr/>
          <p:nvPr/>
        </p:nvSpPr>
        <p:spPr>
          <a:xfrm>
            <a:off x="736601" y="-61221"/>
            <a:ext cx="5106850" cy="899421"/>
          </a:xfrm>
          <a:prstGeom prst="rect">
            <a:avLst/>
          </a:prstGeom>
          <a:solidFill>
            <a:srgbClr val="C2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1737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867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641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1627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9810197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_Nebrija AL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ón_universidad" id="{B0872379-AA6C-D148-B312-C84A4AB03E7C}" vid="{52C41A21-BA78-9D47-82C0-4965EDD45B14}"/>
    </a:ext>
  </a:extLst>
</a:theme>
</file>

<file path=ppt/theme/theme2.xml><?xml version="1.0" encoding="utf-8"?>
<a:theme xmlns:a="http://schemas.openxmlformats.org/drawingml/2006/main" name="Plantilla UNIV N">
  <a:themeElements>
    <a:clrScheme name="Nebrija">
      <a:dk1>
        <a:sysClr val="windowText" lastClr="000000"/>
      </a:dk1>
      <a:lt1>
        <a:sysClr val="window" lastClr="FFFFFF"/>
      </a:lt1>
      <a:dk2>
        <a:srgbClr val="4C0D1A"/>
      </a:dk2>
      <a:lt2>
        <a:srgbClr val="BFBFBF"/>
      </a:lt2>
      <a:accent1>
        <a:srgbClr val="C2002F"/>
      </a:accent1>
      <a:accent2>
        <a:srgbClr val="54C9E8"/>
      </a:accent2>
      <a:accent3>
        <a:srgbClr val="4E748B"/>
      </a:accent3>
      <a:accent4>
        <a:srgbClr val="DA8830"/>
      </a:accent4>
      <a:accent5>
        <a:srgbClr val="954B2E"/>
      </a:accent5>
      <a:accent6>
        <a:srgbClr val="5DB67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ón_universidad" id="{B0872379-AA6C-D148-B312-C84A4AB03E7C}" vid="{303180CE-A294-9E45-BA11-A8A332E1E0BB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6F2769-7194-4217-93D3-3AF3A4742282}">
  <ds:schemaRefs>
    <ds:schemaRef ds:uri="http://purl.org/dc/elements/1.1/"/>
    <ds:schemaRef ds:uri="http://schemas.microsoft.com/sharepoint/v3/field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plantilla_p_universidad</Template>
  <TotalTime>1</TotalTime>
  <Words>3</Words>
  <Application>Microsoft Office PowerPoint</Application>
  <PresentationFormat>Presentación en pantalla (16:10)</PresentationFormat>
  <Paragraphs>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Roboto Thin</vt:lpstr>
      <vt:lpstr>Wingdings</vt:lpstr>
      <vt:lpstr>Plantilla_Nebrija ALB</vt:lpstr>
      <vt:lpstr>Plantilla UNIV 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>Universidad Nebrija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Macarena Donoso Gonzalez</dc:creator>
  <cp:keywords/>
  <dc:description/>
  <cp:lastModifiedBy>Silvia Sanchez Serrano</cp:lastModifiedBy>
  <cp:revision>1</cp:revision>
  <dcterms:created xsi:type="dcterms:W3CDTF">2017-11-03T13:53:39Z</dcterms:created>
  <dcterms:modified xsi:type="dcterms:W3CDTF">2020-03-10T08:48:53Z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